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7"/>
  </p:notesMasterIdLst>
  <p:sldIdLst>
    <p:sldId id="791" r:id="rId4"/>
    <p:sldId id="794" r:id="rId5"/>
    <p:sldId id="79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true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true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true" noRot="true" noChangeAspect="true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true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true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true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true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true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true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true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dpi="0" rotWithShape="true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0E27A-52F8-774E-B855-1045AC32F95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BDDEE-C0D0-554F-9530-ED31F8812AF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SQE-CsI</a:t>
            </a:r>
            <a:endParaRPr lang="en-US" sz="3200" dirty="0"/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图片 10" descr="2021-07-14 15-21-31 的屏幕截图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32815" y="1370965"/>
            <a:ext cx="2870609" cy="2520000"/>
          </a:xfrm>
          <a:prstGeom prst="rect">
            <a:avLst/>
          </a:prstGeom>
        </p:spPr>
      </p:pic>
      <p:pic>
        <p:nvPicPr>
          <p:cNvPr id="14" name="图片 13" descr="2021-07-14 15-22-08 的屏幕截图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85" y="3968115"/>
            <a:ext cx="2856913" cy="2520000"/>
          </a:xfrm>
          <a:prstGeom prst="rect">
            <a:avLst/>
          </a:prstGeom>
        </p:spPr>
      </p:pic>
      <p:pic>
        <p:nvPicPr>
          <p:cNvPr id="17" name="图片 16" descr="2021-07-14 15-28-40 的屏幕截图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030" y="1306195"/>
            <a:ext cx="2887904" cy="2520000"/>
          </a:xfrm>
          <a:prstGeom prst="rect">
            <a:avLst/>
          </a:prstGeom>
        </p:spPr>
      </p:pic>
      <p:pic>
        <p:nvPicPr>
          <p:cNvPr id="18" name="图片 17" descr="2021-07-14 15-28-48 的屏幕截图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180" y="1370965"/>
            <a:ext cx="2859652" cy="2520000"/>
          </a:xfrm>
          <a:prstGeom prst="rect">
            <a:avLst/>
          </a:prstGeom>
        </p:spPr>
      </p:pic>
      <p:pic>
        <p:nvPicPr>
          <p:cNvPr id="19" name="图片 18" descr="2021-07-14 15-29-21 的屏幕截图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180" y="3968115"/>
            <a:ext cx="2850131" cy="2520000"/>
          </a:xfrm>
          <a:prstGeom prst="rect">
            <a:avLst/>
          </a:prstGeom>
        </p:spPr>
      </p:pic>
      <p:pic>
        <p:nvPicPr>
          <p:cNvPr id="20" name="图片 19" descr="2021-07-14 15-29-35 的屏幕截图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030" y="3968115"/>
            <a:ext cx="2879211" cy="25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>
                <a:sym typeface="+mn-ea"/>
              </a:rPr>
              <a:t>SQE-CsI</a:t>
            </a:r>
            <a:r>
              <a:rPr lang="zh-CN" altLang="en-US" sz="3200">
                <a:sym typeface="+mn-ea"/>
              </a:rPr>
              <a:t>原图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图片 6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2583180" y="1169670"/>
            <a:ext cx="7026275" cy="5264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true"/>
          <p:nvPr/>
        </p:nvSpPr>
        <p:spPr>
          <a:xfrm>
            <a:off x="508987" y="163343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ym typeface="+mn-ea"/>
              </a:rPr>
              <a:t>问题</a:t>
            </a:r>
            <a:endParaRPr lang="zh-CN" altLang="en-US" sz="3200" dirty="0">
              <a:sym typeface="+mn-ea"/>
            </a:endParaRPr>
          </a:p>
        </p:txBody>
      </p:sp>
      <p:sp>
        <p:nvSpPr>
          <p:cNvPr id="7" name="TextBox 6"/>
          <p:cNvSpPr txBox="true"/>
          <p:nvPr/>
        </p:nvSpPr>
        <p:spPr>
          <a:xfrm>
            <a:off x="7772401" y="323573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2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true"/>
          <p:nvPr/>
        </p:nvSpPr>
        <p:spPr>
          <a:xfrm>
            <a:off x="7848601" y="6064422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4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true"/>
          <p:nvPr/>
        </p:nvSpPr>
        <p:spPr>
          <a:xfrm>
            <a:off x="3962401" y="3147864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1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true"/>
          <p:nvPr/>
        </p:nvSpPr>
        <p:spPr>
          <a:xfrm>
            <a:off x="4114801" y="6041870"/>
            <a:ext cx="81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Twin 3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true"/>
          <p:nvPr/>
        </p:nvSpPr>
        <p:spPr>
          <a:xfrm>
            <a:off x="909320" y="1937385"/>
            <a:ext cx="103041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auto">
              <a:lnSpc>
                <a:spcPct val="150000"/>
              </a:lnSpc>
            </a:pPr>
            <a:r>
              <a:rPr lang="en-US" altLang="zh-CN"/>
              <a:t>1</a:t>
            </a:r>
            <a:r>
              <a:rPr lang="zh-CN" altLang="en-US"/>
              <a:t>、这六张图画得对不对，是不是所需要的，</a:t>
            </a:r>
            <a:r>
              <a:rPr lang="en-US" altLang="zh-CN"/>
              <a:t>(h00)(h20)</a:t>
            </a:r>
            <a:r>
              <a:rPr lang="zh-CN" altLang="en-US"/>
              <a:t>和原图是否对得上，原图没有的另外四个画得对不对，形状和能量范围啥的是不是对的，</a:t>
            </a:r>
            <a:r>
              <a:rPr lang="en-US" altLang="zh-CN"/>
              <a:t>hh0</a:t>
            </a:r>
            <a:r>
              <a:rPr lang="zh-CN" altLang="en-US"/>
              <a:t>方向的三个图横坐标范围对不对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colorbar</a:t>
            </a:r>
            <a:r>
              <a:rPr lang="zh-CN" altLang="en-US"/>
              <a:t>的范围是不是不对，和原图对不上，另外是用的</a:t>
            </a:r>
            <a:r>
              <a:rPr lang="en-US" altLang="zh-CN"/>
              <a:t>python</a:t>
            </a:r>
            <a:r>
              <a:rPr lang="zh-CN" altLang="en-US"/>
              <a:t>画图，提示没有</a:t>
            </a:r>
            <a:r>
              <a:rPr lang="en-US" altLang="zh-CN"/>
              <a:t>jade</a:t>
            </a:r>
            <a:r>
              <a:rPr lang="zh-CN" altLang="en-US"/>
              <a:t>，用的</a:t>
            </a:r>
            <a:r>
              <a:rPr lang="en-US" altLang="zh-CN"/>
              <a:t>jet</a:t>
            </a:r>
            <a:r>
              <a:rPr lang="zh-CN" altLang="en-US"/>
              <a:t>画的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229"/>
    </mc:Choice>
    <mc:Fallback>
      <p:transition spd="slow" advTm="30229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</Words>
  <Application>WPS 演示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等线</vt:lpstr>
      <vt:lpstr>Times New Roman</vt:lpstr>
      <vt:lpstr>等线 Light</vt:lpstr>
      <vt:lpstr>Office Theme</vt:lpstr>
      <vt:lpstr>1_Office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Jiawang Hong</dc:creator>
  <cp:lastModifiedBy>renqi</cp:lastModifiedBy>
  <cp:revision>8</cp:revision>
  <dcterms:created xsi:type="dcterms:W3CDTF">2021-07-14T07:34:02Z</dcterms:created>
  <dcterms:modified xsi:type="dcterms:W3CDTF">2021-07-14T07:34:02Z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2052-11.1.0.9615</vt:lpwstr>
  </property>
</Properties>
</file>