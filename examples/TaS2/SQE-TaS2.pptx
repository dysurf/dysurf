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9"/>
  </p:notesMasterIdLst>
  <p:sldIdLst>
    <p:sldId id="791" r:id="rId4"/>
    <p:sldId id="796" r:id="rId5"/>
    <p:sldId id="797" r:id="rId6"/>
    <p:sldId id="799" r:id="rId7"/>
    <p:sldId id="79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true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true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true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true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true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true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ym typeface="+mn-ea"/>
              </a:rPr>
              <a:t>SQE-TaS2</a:t>
            </a:r>
            <a:endParaRPr lang="en-US" sz="3200" dirty="0"/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1" descr="2021-07-14 16-50-12 的屏幕截图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8201025" y="1959610"/>
            <a:ext cx="3719735" cy="3240000"/>
          </a:xfrm>
          <a:prstGeom prst="rect">
            <a:avLst/>
          </a:prstGeom>
        </p:spPr>
      </p:pic>
      <p:pic>
        <p:nvPicPr>
          <p:cNvPr id="3" name="图片 2" descr="2021-07-14 16-50-22 的屏幕截图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30" y="1959610"/>
            <a:ext cx="3723315" cy="3240000"/>
          </a:xfrm>
          <a:prstGeom prst="rect">
            <a:avLst/>
          </a:prstGeom>
        </p:spPr>
      </p:pic>
      <p:pic>
        <p:nvPicPr>
          <p:cNvPr id="4" name="图片 3" descr="2021-07-14 16-50-33 的屏幕截图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355" y="1959610"/>
            <a:ext cx="3717738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ym typeface="+mn-ea"/>
              </a:rPr>
              <a:t>SQE-TaS2</a:t>
            </a:r>
            <a:endParaRPr lang="en-US" sz="3200" dirty="0"/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1" descr="2021-07-14 16-52-07 的屏幕截图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665" y="2138680"/>
            <a:ext cx="4156906" cy="3600000"/>
          </a:xfrm>
          <a:prstGeom prst="rect">
            <a:avLst/>
          </a:prstGeom>
        </p:spPr>
      </p:pic>
      <p:pic>
        <p:nvPicPr>
          <p:cNvPr id="3" name="图片 2" descr="2021-07-14 16-52-14 的屏幕截图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205" y="2138680"/>
            <a:ext cx="4141593" cy="36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ym typeface="+mn-ea"/>
              </a:rPr>
              <a:t>SQE-TaS2</a:t>
            </a:r>
            <a:endParaRPr lang="en-US" sz="3200" dirty="0"/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1" descr="2021-07-14 16-52-55 的屏幕截图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2097405"/>
            <a:ext cx="3707960" cy="3240000"/>
          </a:xfrm>
          <a:prstGeom prst="rect">
            <a:avLst/>
          </a:prstGeom>
        </p:spPr>
      </p:pic>
      <p:pic>
        <p:nvPicPr>
          <p:cNvPr id="3" name="图片 2" descr="2021-07-14 16-53-04 的屏幕截图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50" y="2031365"/>
            <a:ext cx="3732652" cy="3240000"/>
          </a:xfrm>
          <a:prstGeom prst="rect">
            <a:avLst/>
          </a:prstGeom>
        </p:spPr>
      </p:pic>
      <p:pic>
        <p:nvPicPr>
          <p:cNvPr id="4" name="图片 3" descr="2021-07-14 16-53-16 的屏幕截图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370" y="2031365"/>
            <a:ext cx="3749298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ym typeface="+mn-ea"/>
              </a:rPr>
              <a:t>SQE-TaS2</a:t>
            </a:r>
            <a:r>
              <a:rPr lang="zh-CN" altLang="en-US" sz="3200">
                <a:sym typeface="+mn-ea"/>
              </a:rPr>
              <a:t>原图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4" name="图片 14" descr="图片包含 图示&#10;&#10;描述已自动生成"/>
          <p:cNvPicPr>
            <a:picLocks noChangeAspect="true"/>
          </p:cNvPicPr>
          <p:nvPr/>
        </p:nvPicPr>
        <p:blipFill>
          <a:blip r:embed="rId1"/>
          <a:srcRect t="39428"/>
          <a:stretch>
            <a:fillRect/>
          </a:stretch>
        </p:blipFill>
        <p:spPr>
          <a:xfrm>
            <a:off x="2408555" y="1306195"/>
            <a:ext cx="6704965" cy="5002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ym typeface="+mn-ea"/>
              </a:rPr>
              <a:t>问题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true"/>
          <p:nvPr/>
        </p:nvSpPr>
        <p:spPr>
          <a:xfrm>
            <a:off x="909320" y="1937385"/>
            <a:ext cx="103041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/>
              <a:t>1</a:t>
            </a:r>
            <a:r>
              <a:rPr lang="zh-CN" altLang="en-US"/>
              <a:t>、对于</a:t>
            </a:r>
            <a:r>
              <a:rPr lang="en-US" altLang="zh-CN"/>
              <a:t>kk0</a:t>
            </a:r>
            <a:r>
              <a:rPr lang="zh-CN" altLang="en-US"/>
              <a:t>方向，好像</a:t>
            </a:r>
            <a:r>
              <a:rPr lang="en-US" altLang="zh-CN"/>
              <a:t>220</a:t>
            </a:r>
            <a:r>
              <a:rPr lang="zh-CN" altLang="en-US"/>
              <a:t>最强，</a:t>
            </a:r>
            <a:r>
              <a:rPr lang="en-US" altLang="zh-CN"/>
              <a:t>110</a:t>
            </a:r>
            <a:r>
              <a:rPr lang="zh-CN" altLang="en-US"/>
              <a:t>次之，</a:t>
            </a:r>
            <a:r>
              <a:rPr lang="en-US" altLang="zh-CN"/>
              <a:t>2-20</a:t>
            </a:r>
            <a:r>
              <a:rPr lang="zh-CN" altLang="en-US"/>
              <a:t>最弱了，这个规律好像不对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2</a:t>
            </a:r>
            <a:r>
              <a:rPr lang="zh-CN" altLang="en-US"/>
              <a:t>、这些图的温度、</a:t>
            </a:r>
            <a:r>
              <a:rPr lang="en-US" altLang="zh-CN"/>
              <a:t>colorbar</a:t>
            </a:r>
            <a:r>
              <a:rPr lang="zh-CN" altLang="en-US"/>
              <a:t>、横坐标范围、纵坐标能量范围都还需要再</a:t>
            </a:r>
            <a:r>
              <a:rPr lang="en-US" altLang="zh-CN"/>
              <a:t>check</a:t>
            </a:r>
            <a:r>
              <a:rPr lang="zh-CN" altLang="en-US"/>
              <a:t>一下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WPS 演示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等线</vt:lpstr>
      <vt:lpstr>等线 Light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Jiawang Hong</dc:creator>
  <cp:lastModifiedBy>renqi</cp:lastModifiedBy>
  <cp:revision>18</cp:revision>
  <dcterms:created xsi:type="dcterms:W3CDTF">2021-07-14T10:36:37Z</dcterms:created>
  <dcterms:modified xsi:type="dcterms:W3CDTF">2021-07-14T10:36:37Z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2052-11.1.0.9615</vt:lpwstr>
  </property>
</Properties>
</file>