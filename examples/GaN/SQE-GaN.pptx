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11"/>
  </p:notesMasterIdLst>
  <p:sldIdLst>
    <p:sldId id="791" r:id="rId4"/>
    <p:sldId id="803" r:id="rId5"/>
    <p:sldId id="801" r:id="rId6"/>
    <p:sldId id="795" r:id="rId7"/>
    <p:sldId id="808" r:id="rId8"/>
    <p:sldId id="807" r:id="rId9"/>
    <p:sldId id="80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true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true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true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true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true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true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4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ym typeface="+mn-ea"/>
              </a:rPr>
              <a:t>SQE-GaN</a:t>
            </a:r>
            <a:r>
              <a:rPr lang="zh-CN" altLang="en-US" sz="3200">
                <a:sym typeface="+mn-ea"/>
              </a:rPr>
              <a:t>原图</a:t>
            </a:r>
            <a:endParaRPr lang="zh-CN" altLang="en-US" sz="3200" dirty="0">
              <a:sym typeface="+mn-ea"/>
            </a:endParaRPr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图片 1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0" y="1463993"/>
            <a:ext cx="6116320" cy="4782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ym typeface="+mn-ea"/>
              </a:rPr>
              <a:t>SQE-GaN</a:t>
            </a:r>
            <a:r>
              <a:rPr lang="zh-CN" altLang="en-US" sz="3200">
                <a:sym typeface="+mn-ea"/>
              </a:rPr>
              <a:t>原图</a:t>
            </a:r>
            <a:endParaRPr lang="zh-CN" altLang="en-US" sz="3200" dirty="0">
              <a:sym typeface="+mn-ea"/>
            </a:endParaRPr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6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08953" y="1667510"/>
            <a:ext cx="4690745" cy="4114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385" y="1527175"/>
            <a:ext cx="5795010" cy="3955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ym typeface="+mn-ea"/>
              </a:rPr>
              <a:t>SQE-GaN</a:t>
            </a:r>
            <a:r>
              <a:rPr lang="zh-CN" altLang="en-US" sz="3200">
                <a:sym typeface="+mn-ea"/>
              </a:rPr>
              <a:t>原图</a:t>
            </a:r>
            <a:endParaRPr lang="zh-CN" altLang="en-US" sz="3200" dirty="0">
              <a:sym typeface="+mn-ea"/>
            </a:endParaRPr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9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440305" y="1243965"/>
            <a:ext cx="6713855" cy="4797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3204562" y="9031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ym typeface="+mn-ea"/>
              </a:rPr>
              <a:t>fortran</a:t>
            </a:r>
            <a:endParaRPr lang="en-US" altLang="zh-CN" sz="3200" dirty="0">
              <a:sym typeface="+mn-ea"/>
            </a:endParaRPr>
          </a:p>
        </p:txBody>
      </p:sp>
      <p:sp>
        <p:nvSpPr>
          <p:cNvPr id="7" name="TextBox 6"/>
          <p:cNvSpPr txBox="true"/>
          <p:nvPr/>
        </p:nvSpPr>
        <p:spPr>
          <a:xfrm>
            <a:off x="8401051" y="3478937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4591051" y="3391069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图片 10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49400"/>
            <a:ext cx="5219065" cy="4080510"/>
          </a:xfrm>
          <a:prstGeom prst="rect">
            <a:avLst/>
          </a:prstGeom>
        </p:spPr>
      </p:pic>
      <p:pic>
        <p:nvPicPr>
          <p:cNvPr id="2" name="图片 1" descr="2021-08-16 15-52-03 的屏幕截图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490" y="1717675"/>
            <a:ext cx="2014855" cy="176149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3" name="图片 2" descr="2021-08-18 13-15-16 的屏幕截图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150" y="3594100"/>
            <a:ext cx="2051108" cy="1800000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4" name="直接连接符 3"/>
          <p:cNvCxnSpPr/>
          <p:nvPr/>
        </p:nvCxnSpPr>
        <p:spPr>
          <a:xfrm>
            <a:off x="5859145" y="189865"/>
            <a:ext cx="0" cy="667702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文本框 10"/>
          <p:cNvSpPr txBox="true"/>
          <p:nvPr/>
        </p:nvSpPr>
        <p:spPr>
          <a:xfrm>
            <a:off x="6520815" y="1248410"/>
            <a:ext cx="1219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lphase=F</a:t>
            </a:r>
            <a:endParaRPr lang="en-US" altLang="zh-CN"/>
          </a:p>
        </p:txBody>
      </p:sp>
      <p:sp>
        <p:nvSpPr>
          <p:cNvPr id="12" name="文本框 11"/>
          <p:cNvSpPr txBox="true"/>
          <p:nvPr/>
        </p:nvSpPr>
        <p:spPr>
          <a:xfrm>
            <a:off x="9103360" y="1248410"/>
            <a:ext cx="1219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lphase=T</a:t>
            </a:r>
            <a:endParaRPr lang="en-US" altLang="zh-CN"/>
          </a:p>
        </p:txBody>
      </p:sp>
      <p:pic>
        <p:nvPicPr>
          <p:cNvPr id="13" name="图片 12" descr="2021-08-19 09-50-52 的屏幕截图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565" y="1684020"/>
            <a:ext cx="2032941" cy="1800000"/>
          </a:xfrm>
          <a:prstGeom prst="rect">
            <a:avLst/>
          </a:prstGeom>
        </p:spPr>
      </p:pic>
      <p:pic>
        <p:nvPicPr>
          <p:cNvPr id="14" name="图片 13" descr="2021-08-19 09-51-23 的屏幕截图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490" y="3594100"/>
            <a:ext cx="2108108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34045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ym typeface="+mn-ea"/>
              </a:rPr>
              <a:t>fortran</a:t>
            </a:r>
            <a:endParaRPr lang="zh-CN" altLang="en-US" sz="3200" dirty="0">
              <a:sym typeface="+mn-ea"/>
            </a:endParaRPr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true"/>
          </p:cNvPicPr>
          <p:nvPr/>
        </p:nvPicPr>
        <p:blipFill>
          <a:blip r:embed="rId1"/>
          <a:srcRect l="39327" r="32172" b="41130"/>
          <a:stretch>
            <a:fillRect/>
          </a:stretch>
        </p:blipFill>
        <p:spPr>
          <a:xfrm>
            <a:off x="984250" y="1306195"/>
            <a:ext cx="3549015" cy="5003800"/>
          </a:xfrm>
          <a:prstGeom prst="rect">
            <a:avLst/>
          </a:prstGeom>
        </p:spPr>
      </p:pic>
      <p:pic>
        <p:nvPicPr>
          <p:cNvPr id="12" name="图片 11" descr="2021-08-18 11-28-38 的屏幕截图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070" y="1306195"/>
            <a:ext cx="5991225" cy="523875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4927600" y="163195"/>
            <a:ext cx="0" cy="667702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3166462" y="21477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ym typeface="+mn-ea"/>
              </a:rPr>
              <a:t>fortran</a:t>
            </a:r>
            <a:endParaRPr lang="zh-CN" altLang="en-US" sz="3200" dirty="0">
              <a:sym typeface="+mn-ea"/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6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326515" y="3147695"/>
            <a:ext cx="3528060" cy="30956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true"/>
          </p:cNvPicPr>
          <p:nvPr/>
        </p:nvPicPr>
        <p:blipFill>
          <a:blip r:embed="rId2"/>
          <a:srcRect t="62851" r="51282"/>
          <a:stretch>
            <a:fillRect/>
          </a:stretch>
        </p:blipFill>
        <p:spPr>
          <a:xfrm>
            <a:off x="1230630" y="1124585"/>
            <a:ext cx="3736975" cy="1945005"/>
          </a:xfrm>
          <a:prstGeom prst="rect">
            <a:avLst/>
          </a:prstGeom>
        </p:spPr>
      </p:pic>
      <p:pic>
        <p:nvPicPr>
          <p:cNvPr id="11" name="图片 10" descr="2021-08-18 17-33-54 的屏幕截图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905" y="1641475"/>
            <a:ext cx="5915025" cy="4295775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>
            <a:off x="5462270" y="90805"/>
            <a:ext cx="0" cy="667702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7118350" y="90170"/>
            <a:ext cx="488696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sym typeface="+mn-ea"/>
              </a:rPr>
              <a:t>fortran+matlab</a:t>
            </a:r>
            <a:endParaRPr lang="zh-CN" altLang="en-US" sz="3200" dirty="0">
              <a:sym typeface="+mn-ea"/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4591051" y="3391069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3" name="图片 9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" y="1385570"/>
            <a:ext cx="6713855" cy="479742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7049770" y="90170"/>
            <a:ext cx="0" cy="667702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图片 2" descr="4D_final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880" y="1131570"/>
            <a:ext cx="3360000" cy="2520000"/>
          </a:xfrm>
          <a:prstGeom prst="rect">
            <a:avLst/>
          </a:prstGeom>
        </p:spPr>
      </p:pic>
      <p:pic>
        <p:nvPicPr>
          <p:cNvPr id="5" name="图片 4" descr="4D_slice1_final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215" y="3982720"/>
            <a:ext cx="3360000" cy="25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WPS 演示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Calibri Light</vt:lpstr>
      <vt:lpstr>等线 Light</vt:lpstr>
      <vt:lpstr>Calibri</vt:lpstr>
      <vt:lpstr>微软雅黑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Jiawang Hong</dc:creator>
  <cp:lastModifiedBy>renqi</cp:lastModifiedBy>
  <cp:revision>64</cp:revision>
  <dcterms:created xsi:type="dcterms:W3CDTF">2021-09-06T01:27:07Z</dcterms:created>
  <dcterms:modified xsi:type="dcterms:W3CDTF">2021-09-06T01:27:07Z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2052-11.1.0.9615</vt:lpwstr>
  </property>
</Properties>
</file>